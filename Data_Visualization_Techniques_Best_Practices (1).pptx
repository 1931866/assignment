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Visualization Techniques &amp;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Name</a:t>
            </a:r>
            <a:r>
              <a:rPr lang="en-US" dirty="0"/>
              <a:t> : </a:t>
            </a:r>
            <a:r>
              <a:rPr lang="en-US" dirty="0" err="1"/>
              <a:t>preet</a:t>
            </a:r>
            <a:r>
              <a:rPr lang="en-US" dirty="0"/>
              <a:t> R </a:t>
            </a:r>
            <a:r>
              <a:rPr lang="en-US" dirty="0" err="1"/>
              <a:t>dudhat</a:t>
            </a:r>
            <a:endParaRPr dirty="0"/>
          </a:p>
          <a:p>
            <a:r>
              <a:rPr dirty="0"/>
              <a:t>Course / Subject</a:t>
            </a:r>
            <a:r>
              <a:rPr lang="en-US" dirty="0"/>
              <a:t> : </a:t>
            </a:r>
            <a:r>
              <a:rPr lang="en-US" dirty="0" err="1"/>
              <a:t>dav</a:t>
            </a:r>
            <a:r>
              <a:rPr lang="en-US" dirty="0"/>
              <a:t> </a:t>
            </a:r>
            <a:endParaRPr dirty="0"/>
          </a:p>
          <a:p>
            <a:r>
              <a:rPr dirty="0"/>
              <a:t>Institution</a:t>
            </a:r>
            <a:r>
              <a:rPr lang="en-US" dirty="0"/>
              <a:t> : tops </a:t>
            </a:r>
            <a:endParaRPr dirty="0"/>
          </a:p>
          <a:p>
            <a:r>
              <a:rPr dirty="0"/>
              <a:t>Date</a:t>
            </a:r>
            <a:r>
              <a:rPr lang="en-US" dirty="0"/>
              <a:t> : 04-01-2026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Graphical representation of data</a:t>
            </a:r>
          </a:p>
          <a:p>
            <a:r>
              <a:t>• Simplifies complex data</a:t>
            </a:r>
          </a:p>
          <a:p>
            <a:r>
              <a:t>• Reveals patterns and trends</a:t>
            </a:r>
          </a:p>
          <a:p>
            <a:r>
              <a:t>• Used in data science and business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Simplifies large datasets</a:t>
            </a:r>
          </a:p>
          <a:p>
            <a:r>
              <a:t>• Quick decision-making</a:t>
            </a:r>
          </a:p>
          <a:p>
            <a:r>
              <a:t>• Identifies trends &amp; outliers</a:t>
            </a:r>
          </a:p>
          <a:p>
            <a:r>
              <a:t>• Improves communication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Visualization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Bar Charts</a:t>
            </a:r>
          </a:p>
          <a:p>
            <a:r>
              <a:t>• Line Charts</a:t>
            </a:r>
          </a:p>
          <a:p>
            <a:r>
              <a:t>• Pie Charts</a:t>
            </a:r>
          </a:p>
          <a:p>
            <a:r>
              <a:t>• Scatter Plots</a:t>
            </a:r>
          </a:p>
          <a:p>
            <a:r>
              <a:t>• Histograms</a:t>
            </a:r>
          </a:p>
          <a:p>
            <a:r>
              <a:t>• Heat Maps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 Charts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Compare categories</a:t>
            </a:r>
          </a:p>
          <a:p>
            <a:r>
              <a:t>• Easy to understand</a:t>
            </a:r>
          </a:p>
          <a:p>
            <a:r>
              <a:t>• Widely used in reports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 Charts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Show trends over time</a:t>
            </a:r>
          </a:p>
          <a:p>
            <a:r>
              <a:t>• Ideal for time-series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Pie Charts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Show proportions</a:t>
            </a:r>
          </a:p>
          <a:p>
            <a:r>
              <a:t>• Best for limited categories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Scatter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Show relationships</a:t>
            </a:r>
          </a:p>
          <a:p>
            <a:r>
              <a:t>• Identify correlation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Show frequency distribution</a:t>
            </a:r>
          </a:p>
          <a:p>
            <a:r>
              <a:t>• Useful for continuous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Heat Maps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Color-based representation</a:t>
            </a:r>
          </a:p>
          <a:p>
            <a:r>
              <a:t>• Highlights density patterns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Choose correct chart</a:t>
            </a:r>
          </a:p>
          <a:p>
            <a:r>
              <a:t>• Keep it simple</a:t>
            </a:r>
          </a:p>
          <a:p>
            <a:r>
              <a:t>• Use proper labels</a:t>
            </a:r>
          </a:p>
          <a:p>
            <a:r>
              <a:t>• Consistent colors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Too much data</a:t>
            </a:r>
          </a:p>
          <a:p>
            <a:r>
              <a:t>• Misleading scales</a:t>
            </a:r>
          </a:p>
          <a:p>
            <a:r>
              <a:t>• Poor labeling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Tableau</a:t>
            </a:r>
          </a:p>
          <a:p>
            <a:r>
              <a:t>• Power BI</a:t>
            </a:r>
          </a:p>
          <a:p>
            <a:r>
              <a:t>• Excel</a:t>
            </a:r>
          </a:p>
          <a:p>
            <a:r>
              <a:t>• Matplotlib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Enhances understanding</a:t>
            </a:r>
          </a:p>
          <a:p>
            <a:r>
              <a:t>• Supports decisions</a:t>
            </a:r>
          </a:p>
          <a:p>
            <a:r>
              <a:t>• Improves insights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199</Words>
  <Application>Microsoft Office PowerPoint</Application>
  <PresentationFormat>On-screen Show (4:3)</PresentationFormat>
  <Paragraphs>59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Data Visualization Techniques &amp; Best Practices</vt:lpstr>
      <vt:lpstr>Introduction to Data Visualization</vt:lpstr>
      <vt:lpstr>Importance of Data Visualization</vt:lpstr>
      <vt:lpstr>Common Visualization Techniques</vt:lpstr>
      <vt:lpstr>Bar Charts</vt:lpstr>
      <vt:lpstr>Line Charts</vt:lpstr>
      <vt:lpstr>Pie Charts</vt:lpstr>
      <vt:lpstr>Scatter Plots</vt:lpstr>
      <vt:lpstr>Histograms</vt:lpstr>
      <vt:lpstr>Heat Maps</vt:lpstr>
      <vt:lpstr>Best Practices</vt:lpstr>
      <vt:lpstr>Common Mistakes</vt:lpstr>
      <vt:lpstr>Visualization Tools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hp</cp:lastModifiedBy>
  <cp:revision>2</cp:revision>
  <dcterms:created xsi:type="dcterms:W3CDTF">2013-01-27T09:14:16Z</dcterms:created>
  <dcterms:modified xsi:type="dcterms:W3CDTF">2026-01-04T05:02:25Z</dcterms:modified>
  <cp:category/>
</cp:coreProperties>
</file>