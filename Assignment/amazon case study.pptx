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97530DBB-9170-4B34-ABBE-F0C53A4263BF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A8527BC1-1853-404D-91B2-AFBF8475FAF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24504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>
        <p14:reveal/>
      </p:transition>
    </mc:Choice>
    <mc:Fallback>
      <p:transition spd="slow" advTm="5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30DBB-9170-4B34-ABBE-F0C53A4263BF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27BC1-1853-404D-91B2-AFBF8475FAF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34624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>
        <p14:reveal/>
      </p:transition>
    </mc:Choice>
    <mc:Fallback>
      <p:transition spd="slow" advTm="5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30DBB-9170-4B34-ABBE-F0C53A4263BF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27BC1-1853-404D-91B2-AFBF8475FAF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33050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>
        <p14:reveal/>
      </p:transition>
    </mc:Choice>
    <mc:Fallback>
      <p:transition spd="slow" advTm="5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30DBB-9170-4B34-ABBE-F0C53A4263BF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27BC1-1853-404D-91B2-AFBF8475FAF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84617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>
        <p14:reveal/>
      </p:transition>
    </mc:Choice>
    <mc:Fallback>
      <p:transition spd="slow" advTm="5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30DBB-9170-4B34-ABBE-F0C53A4263BF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27BC1-1853-404D-91B2-AFBF8475FAF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57364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>
        <p14:reveal/>
      </p:transition>
    </mc:Choice>
    <mc:Fallback>
      <p:transition spd="slow" advTm="5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30DBB-9170-4B34-ABBE-F0C53A4263BF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27BC1-1853-404D-91B2-AFBF8475FAF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38601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>
        <p14:reveal/>
      </p:transition>
    </mc:Choice>
    <mc:Fallback>
      <p:transition spd="slow" advTm="5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30DBB-9170-4B34-ABBE-F0C53A4263BF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27BC1-1853-404D-91B2-AFBF8475FAF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33024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>
        <p14:reveal/>
      </p:transition>
    </mc:Choice>
    <mc:Fallback>
      <p:transition spd="slow" advTm="5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30DBB-9170-4B34-ABBE-F0C53A4263BF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27BC1-1853-404D-91B2-AFBF8475FAF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05347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>
        <p14:reveal/>
      </p:transition>
    </mc:Choice>
    <mc:Fallback>
      <p:transition spd="slow" advTm="5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30DBB-9170-4B34-ABBE-F0C53A4263BF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27BC1-1853-404D-91B2-AFBF8475FAF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56194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>
        <p14:reveal/>
      </p:transition>
    </mc:Choice>
    <mc:Fallback>
      <p:transition spd="slow" advTm="5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30DBB-9170-4B34-ABBE-F0C53A4263BF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27BC1-1853-404D-91B2-AFBF8475FAF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58242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>
        <p14:reveal/>
      </p:transition>
    </mc:Choice>
    <mc:Fallback>
      <p:transition spd="slow" advTm="5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30DBB-9170-4B34-ABBE-F0C53A4263BF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27BC1-1853-404D-91B2-AFBF8475FAF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75356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>
        <p14:reveal/>
      </p:transition>
    </mc:Choice>
    <mc:Fallback>
      <p:transition spd="slow" advTm="500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30DBB-9170-4B34-ABBE-F0C53A4263BF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27BC1-1853-404D-91B2-AFBF8475FAF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88480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>
        <p14:reveal/>
      </p:transition>
    </mc:Choice>
    <mc:Fallback>
      <p:transition spd="slow" advTm="500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30DBB-9170-4B34-ABBE-F0C53A4263BF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27BC1-1853-404D-91B2-AFBF8475FAF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58927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>
        <p14:reveal/>
      </p:transition>
    </mc:Choice>
    <mc:Fallback>
      <p:transition spd="slow" advTm="500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30DBB-9170-4B34-ABBE-F0C53A4263BF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27BC1-1853-404D-91B2-AFBF8475FAF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44729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>
        <p14:reveal/>
      </p:transition>
    </mc:Choice>
    <mc:Fallback>
      <p:transition spd="slow" advTm="500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30DBB-9170-4B34-ABBE-F0C53A4263BF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27BC1-1853-404D-91B2-AFBF8475FAF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87559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>
        <p14:reveal/>
      </p:transition>
    </mc:Choice>
    <mc:Fallback>
      <p:transition spd="slow" advTm="500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97530DBB-9170-4B34-ABBE-F0C53A4263BF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27BC1-1853-404D-91B2-AFBF8475FAF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39371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>
        <p14:reveal/>
      </p:transition>
    </mc:Choice>
    <mc:Fallback>
      <p:transition spd="slow" advTm="5000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97530DBB-9170-4B34-ABBE-F0C53A4263BF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27BC1-1853-404D-91B2-AFBF8475FAF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72851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>
        <p14:reveal/>
      </p:transition>
    </mc:Choice>
    <mc:Fallback>
      <p:transition spd="slow" advTm="5000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30DBB-9170-4B34-ABBE-F0C53A4263BF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27BC1-1853-404D-91B2-AFBF8475FAFB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70101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>
        <p14:reveal/>
      </p:transition>
    </mc:Choice>
    <mc:Fallback>
      <p:transition spd="slow" advTm="5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30DBB-9170-4B34-ABBE-F0C53A4263BF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27BC1-1853-404D-91B2-AFBF8475FAF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52379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>
        <p14:reveal/>
      </p:transition>
    </mc:Choice>
    <mc:Fallback>
      <p:transition spd="slow" advTm="5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30DBB-9170-4B34-ABBE-F0C53A4263BF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27BC1-1853-404D-91B2-AFBF8475FAF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40174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>
        <p14:reveal/>
      </p:transition>
    </mc:Choice>
    <mc:Fallback>
      <p:transition spd="slow" advTm="5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30DBB-9170-4B34-ABBE-F0C53A4263BF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27BC1-1853-404D-91B2-AFBF8475FAF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20101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>
        <p14:reveal/>
      </p:transition>
    </mc:Choice>
    <mc:Fallback>
      <p:transition spd="slow" advTm="5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30DBB-9170-4B34-ABBE-F0C53A4263BF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27BC1-1853-404D-91B2-AFBF8475FAF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64006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>
        <p14:reveal/>
      </p:transition>
    </mc:Choice>
    <mc:Fallback>
      <p:transition spd="slow" advTm="5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30DBB-9170-4B34-ABBE-F0C53A4263BF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27BC1-1853-404D-91B2-AFBF8475FAF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83881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>
        <p14:reveal/>
      </p:transition>
    </mc:Choice>
    <mc:Fallback>
      <p:transition spd="slow" advTm="5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30DBB-9170-4B34-ABBE-F0C53A4263BF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27BC1-1853-404D-91B2-AFBF8475FAF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20879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>
        <p14:reveal/>
      </p:transition>
    </mc:Choice>
    <mc:Fallback>
      <p:transition spd="slow" advTm="5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30DBB-9170-4B34-ABBE-F0C53A4263BF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27BC1-1853-404D-91B2-AFBF8475FAF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49265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>
        <p14:reveal/>
      </p:transition>
    </mc:Choice>
    <mc:Fallback>
      <p:transition spd="slow" advTm="5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30DBB-9170-4B34-ABBE-F0C53A4263BF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27BC1-1853-404D-91B2-AFBF8475FAF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22626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>
        <p14:reveal/>
      </p:transition>
    </mc:Choice>
    <mc:Fallback>
      <p:transition spd="slow" advTm="5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30DBB-9170-4B34-ABBE-F0C53A4263BF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27BC1-1853-404D-91B2-AFBF8475FAF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79099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>
        <p14:reveal/>
      </p:transition>
    </mc:Choice>
    <mc:Fallback>
      <p:transition spd="slow" advTm="5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30DBB-9170-4B34-ABBE-F0C53A4263BF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27BC1-1853-404D-91B2-AFBF8475FAF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13917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>
        <p14:reveal/>
      </p:transition>
    </mc:Choice>
    <mc:Fallback>
      <p:transition spd="slow" advTm="5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30DBB-9170-4B34-ABBE-F0C53A4263BF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27BC1-1853-404D-91B2-AFBF8475FAFB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142323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>
        <p14:reveal/>
      </p:transition>
    </mc:Choice>
    <mc:Fallback>
      <p:transition spd="slow" advTm="5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30DBB-9170-4B34-ABBE-F0C53A4263BF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27BC1-1853-404D-91B2-AFBF8475FAF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4267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>
        <p14:reveal/>
      </p:transition>
    </mc:Choice>
    <mc:Fallback>
      <p:transition spd="slow" advTm="5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30DBB-9170-4B34-ABBE-F0C53A4263BF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27BC1-1853-404D-91B2-AFBF8475FAFB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089086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>
        <p14:reveal/>
      </p:transition>
    </mc:Choice>
    <mc:Fallback>
      <p:transition spd="slow" advTm="5000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30DBB-9170-4B34-ABBE-F0C53A4263BF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27BC1-1853-404D-91B2-AFBF8475FAF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43845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>
        <p14:reveal/>
      </p:transition>
    </mc:Choice>
    <mc:Fallback>
      <p:transition spd="slow" advTm="5000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30DBB-9170-4B34-ABBE-F0C53A4263BF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27BC1-1853-404D-91B2-AFBF8475FAF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90373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>
        <p14:reveal/>
      </p:transition>
    </mc:Choice>
    <mc:Fallback>
      <p:transition spd="slow" advTm="5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30DBB-9170-4B34-ABBE-F0C53A4263BF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27BC1-1853-404D-91B2-AFBF8475FAF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89379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>
        <p14:reveal/>
      </p:transition>
    </mc:Choice>
    <mc:Fallback>
      <p:transition spd="slow" advTm="5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97530DBB-9170-4B34-ABBE-F0C53A4263BF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A8527BC1-1853-404D-91B2-AFBF8475FAF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6316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mc:AlternateContent xmlns:mc="http://schemas.openxmlformats.org/markup-compatibility/2006">
    <mc:Choice xmlns:p14="http://schemas.microsoft.com/office/powerpoint/2010/main" Requires="p14">
      <p:transition spd="slow" p14:dur="2000" advTm="5000">
        <p14:reveal/>
      </p:transition>
    </mc:Choice>
    <mc:Fallback>
      <p:transition spd="slow" advTm="5000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97530DBB-9170-4B34-ABBE-F0C53A4263BF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A8527BC1-1853-404D-91B2-AFBF8475FAF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28837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mc:AlternateContent xmlns:mc="http://schemas.openxmlformats.org/markup-compatibility/2006">
    <mc:Choice xmlns:p14="http://schemas.microsoft.com/office/powerpoint/2010/main" Requires="p14">
      <p:transition spd="slow" p14:dur="2000" advTm="5000">
        <p14:reveal/>
      </p:transition>
    </mc:Choice>
    <mc:Fallback>
      <p:transition spd="slow" advTm="5000">
        <p:fade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Title : Amazon: a case study on data-Driven making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Subtitle: How data powers the world’s largest e-commerce company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3535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reveal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355674" y="370936"/>
            <a:ext cx="520173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Introduction to Amazon</a:t>
            </a:r>
            <a:endParaRPr lang="en-US" sz="32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76709" y="1500996"/>
            <a:ext cx="954944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4000" dirty="0" smtClean="0"/>
              <a:t>Amazon is a global e-commerce and cloud computing company.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4000" dirty="0" smtClean="0"/>
              <a:t>Data is central to its operations from customer experience to logistics.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13730029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reveal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52424" y="258791"/>
            <a:ext cx="10903788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Business problems identified</a:t>
            </a:r>
            <a:endParaRPr lang="en-US" sz="5400" b="1" cap="none" spc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52424" y="1535502"/>
            <a:ext cx="1090378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Ineffective product recommendations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Rising delivery and logistics costs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Overstocking or stockouts due to poor forecasting.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Decline in customer retention and engagement.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Delays in supply chain decision – making.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33090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>
        <p14:reveal/>
      </p:transition>
    </mc:Choice>
    <mc:Fallback>
      <p:transition spd="slow" advTm="5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7313" y="698740"/>
            <a:ext cx="8117457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Types of data collected</a:t>
            </a:r>
            <a:endParaRPr lang="en-US" sz="4000" b="1" cap="none" spc="0" dirty="0" smtClean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  <a:p>
            <a:pPr algn="ctr"/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724619" y="2303253"/>
            <a:ext cx="801393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Customer behavior : searches, clicks, purchases, wishlists , reviews.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Product Data : stock levels, pricing , rating , sales history.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Operatinal data: warehouse inventory, shipment tracking, delivery times. 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User feedback: chat logs, return reasons, star ratings, comments.</a:t>
            </a:r>
          </a:p>
        </p:txBody>
      </p:sp>
    </p:spTree>
    <p:extLst>
      <p:ext uri="{BB962C8B-B14F-4D97-AF65-F5344CB8AC3E}">
        <p14:creationId xmlns:p14="http://schemas.microsoft.com/office/powerpoint/2010/main" val="28285877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Tm="3000">
        <p14:flash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278348" y="624959"/>
            <a:ext cx="3838444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b="1" i="1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Techniques used</a:t>
            </a:r>
            <a:endParaRPr lang="en-US" sz="4400" b="1" i="1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2642" y="2441275"/>
            <a:ext cx="998938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/>
              <a:t>Collaborative filtering: suggests products to customers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/>
              <a:t>Machine learning : classifies user behavior and predicts demand.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/>
              <a:t>Predictive analytics : Forecasts sales, stock levels, and pricing trends.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/>
              <a:t>Natural language processing : analyzes reviews and customer support chats.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/>
              <a:t>Optimization algorithms: for delivery routing, pricing, and supply chain planning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76063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>
        <p14:reveal/>
      </p:transition>
    </mc:Choice>
    <mc:Fallback>
      <p:transition spd="slow" advTm="5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23026" y="526211"/>
            <a:ext cx="10136038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Key insights /</a:t>
            </a:r>
            <a:r>
              <a:rPr lang="en-US" b="1" dirty="0" smtClean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</a:t>
            </a:r>
            <a:r>
              <a:rPr lang="en-US" sz="4000" b="1" dirty="0" smtClean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conclusion</a:t>
            </a:r>
          </a:p>
          <a:p>
            <a:pPr algn="ctr"/>
            <a:endParaRPr lang="en-US" b="1" cap="none" spc="0" dirty="0" smtClean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effectLst/>
            </a:endParaRPr>
          </a:p>
          <a:p>
            <a:pPr algn="ctr"/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802257" y="2070340"/>
            <a:ext cx="1090378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800" dirty="0" smtClean="0"/>
              <a:t>Amazon uses real time and historical data to optimize all aspects of its business.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800" dirty="0" smtClean="0"/>
              <a:t>Data-driven decisions make amazon more efficient, customer-focused, and innovative.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800" dirty="0" smtClean="0"/>
              <a:t>The intregration of AI and analytics provide a </a:t>
            </a:r>
            <a:r>
              <a:rPr lang="en-US" sz="2800" smtClean="0"/>
              <a:t>strong competitive </a:t>
            </a:r>
            <a:r>
              <a:rPr lang="en-US" sz="2800" dirty="0" smtClean="0"/>
              <a:t>edge.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1736821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>
        <p14:reveal/>
      </p:transition>
    </mc:Choice>
    <mc:Fallback>
      <p:transition spd="slow" advTm="5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30</TotalTime>
  <Words>234</Words>
  <Application>Microsoft Office PowerPoint</Application>
  <PresentationFormat>Widescreen</PresentationFormat>
  <Paragraphs>33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Century Gothic</vt:lpstr>
      <vt:lpstr>Wingdings</vt:lpstr>
      <vt:lpstr>Wingdings 3</vt:lpstr>
      <vt:lpstr>Ion Boardroom</vt:lpstr>
      <vt:lpstr>Slice</vt:lpstr>
      <vt:lpstr>Title : Amazon: a case study on data-Driven making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: Amazon: a case study on data-Driven making</dc:title>
  <dc:creator>Microsoft account</dc:creator>
  <cp:lastModifiedBy>Microsoft account</cp:lastModifiedBy>
  <cp:revision>9</cp:revision>
  <dcterms:created xsi:type="dcterms:W3CDTF">2025-07-02T06:03:41Z</dcterms:created>
  <dcterms:modified xsi:type="dcterms:W3CDTF">2025-07-02T06:34:36Z</dcterms:modified>
</cp:coreProperties>
</file>