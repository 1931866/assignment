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23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340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293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29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05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776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78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172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091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71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348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2046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494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3604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448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3693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80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5DAABAE-4424-48F0-B73E-AFE08C10FA4D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34C3A27-ADC4-4038-B0BE-300D26B6F7E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45584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Title : data-driven problem solving in healthcare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Subtitle: Real-world problems and data science solutions </a:t>
            </a:r>
          </a:p>
          <a:p>
            <a:r>
              <a:rPr lang="en-US" dirty="0" smtClean="0"/>
              <a:t>Presented by Preet R dudhat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8468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000">
        <p:fade/>
      </p:transition>
    </mc:Choice>
    <mc:Fallback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30798" y="414068"/>
            <a:ext cx="398473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 smtClean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</a:t>
            </a:r>
            <a:endParaRPr lang="en-US" sz="44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7751" y="1846053"/>
            <a:ext cx="99117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smtClean="0"/>
              <a:t>Healthcare is a data- rich industry.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smtClean="0"/>
              <a:t>Data science helps to improve diagnosis,treatment, and operations.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smtClean="0"/>
              <a:t>Let’s explore 5 real-world problems and how data can solve them.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67843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000">
        <p:fade/>
      </p:transition>
    </mc:Choice>
    <mc:Fallback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34405" y="319178"/>
            <a:ext cx="60636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Early disease prediction </a:t>
            </a:r>
            <a:endParaRPr lang="en-US" sz="36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6325" y="1854679"/>
            <a:ext cx="97047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Problem: chronic diseases often diagnosed too late.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Solution: Predict diseases like diabetes or cancer using patient history, vitals, and lab data.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Technique: Machine learning models (e.g. Decision making trees, Logistic Regression).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718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5000">
        <p14:reveal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79630" y="362308"/>
            <a:ext cx="4261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Patient Readmission Risk</a:t>
            </a:r>
            <a:endParaRPr lang="en-US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9675" y="1500996"/>
            <a:ext cx="9868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Problem: Unplanned readmissions increase hospital costs.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Solution: Analyze patient records to predict risk of readmission.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 Technique: Classification models, time-series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4263865"/>
      </p:ext>
    </p:extLst>
  </p:cSld>
  <p:clrMapOvr>
    <a:masterClrMapping/>
  </p:clrMapOvr>
  <p:transition spd="slow" advTm="5000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25616" y="439947"/>
            <a:ext cx="6271404" cy="664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Medical imaging diagnosis</a:t>
            </a:r>
            <a:endParaRPr lang="en-US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996" y="1509623"/>
            <a:ext cx="91785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Problem: Manual image analysis is slow and error-prone.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Solution: Automate detection of tumors/fractures using AI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Technique: Deep learning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4986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5000">
        <p:circle/>
      </p:transition>
    </mc:Choice>
    <mc:Fallback>
      <p:transition spd="slow" advTm="500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34025" y="353683"/>
            <a:ext cx="60796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Drug Development</a:t>
            </a:r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2091" y="1828800"/>
            <a:ext cx="110763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Problem: Drug discovery takes years and is expensive.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Solution : Use data to simulate drug interaction before trails.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Technique : Predictive modeling, AI simulations.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341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5000">
        <p14:flash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70538" y="642510"/>
            <a:ext cx="39162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Hospital Resource allocation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5992" y="2001328"/>
            <a:ext cx="104724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Problem : shortage of ICU beds or ventilators during emergencies.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Solution : Forecast demand using past admission and outbreak data.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Technique: Time-series </a:t>
            </a:r>
            <a:r>
              <a:rPr lang="en-US" dirty="0" err="1" smtClean="0"/>
              <a:t>forcasting</a:t>
            </a:r>
            <a:r>
              <a:rPr lang="en-US" dirty="0" smtClean="0"/>
              <a:t> , optimization models.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104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5000">
        <p14:flip dir="r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410250" y="310550"/>
            <a:ext cx="4112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Conclusion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302" y="1984075"/>
            <a:ext cx="99117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Data science enables smarter decision in healthcare.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Saves time, money, and lives.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Future: AI will drive personalized medicine and real-time care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3881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5000">
        <p:dissolve/>
      </p:transition>
    </mc:Choice>
    <mc:Fallback>
      <p:transition spd="slow" advTm="5000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35</TotalTime>
  <Words>242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Century Gothic</vt:lpstr>
      <vt:lpstr>Wingdings</vt:lpstr>
      <vt:lpstr>Wingdings 3</vt:lpstr>
      <vt:lpstr>Slice</vt:lpstr>
      <vt:lpstr>Title : data-driven problem solving in healthcare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: data-driven problem solving in healthcare</dc:title>
  <dc:creator>Microsoft account</dc:creator>
  <cp:lastModifiedBy>Microsoft account</cp:lastModifiedBy>
  <cp:revision>13</cp:revision>
  <dcterms:created xsi:type="dcterms:W3CDTF">2025-07-02T06:39:11Z</dcterms:created>
  <dcterms:modified xsi:type="dcterms:W3CDTF">2025-07-02T07:14:58Z</dcterms:modified>
</cp:coreProperties>
</file>