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6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7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78" r:id="rId2"/>
    <p:sldMasterId id="2147483826" r:id="rId3"/>
    <p:sldMasterId id="2147483844" r:id="rId4"/>
    <p:sldMasterId id="2147483862" r:id="rId5"/>
    <p:sldMasterId id="2147483880" r:id="rId6"/>
    <p:sldMasterId id="2147483898" r:id="rId7"/>
    <p:sldMasterId id="214748391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62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5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58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50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21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83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02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27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07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9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4539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079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146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926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23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472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796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915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010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773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988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864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4960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370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964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5520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075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059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9334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325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68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213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596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1839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9974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551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3925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8334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0046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0810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2797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6008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7873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52321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891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7782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9081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8345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443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7373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6460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2677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9946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2581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5482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5522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9314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1272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3004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0415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3239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1342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9139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1547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6728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920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5501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654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4820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231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29779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2121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0449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9753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8644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6687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34302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36080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4109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3038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693708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4000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220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0316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63029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2951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6565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67032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0023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05736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31017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60457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54172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06302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622595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30644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9782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94342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92449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49195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86083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62699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82419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67611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0892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1920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00511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93282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78395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20212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84795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69908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74116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867301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71266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9963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85934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0588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15163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64214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38656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00129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67273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68523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83176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9960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64963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1438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27370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94447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2361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21799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43047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9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10.pn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image" Target="../media/image1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7.jpe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7.jpe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1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1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30.xml"/><Relationship Id="rId17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20.xml"/><Relationship Id="rId16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14" Type="http://schemas.openxmlformats.org/officeDocument/2006/relationships/slideLayout" Target="../slideLayouts/slideLayout1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93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89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501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69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52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9651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515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625283-D575-459D-82C7-8972BEFC8AD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4E223F-BE98-4D60-9C32-89A16518B3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017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10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3254" y="2139351"/>
            <a:ext cx="6952889" cy="1247313"/>
          </a:xfrm>
        </p:spPr>
        <p:txBody>
          <a:bodyPr/>
          <a:lstStyle/>
          <a:p>
            <a:r>
              <a:rPr lang="en-US" sz="4000" dirty="0" smtClean="0"/>
              <a:t>Title: applications of data science in various industries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Sub title : real world cases in healthcare,Finance,retail,and more</a:t>
            </a:r>
          </a:p>
          <a:p>
            <a:r>
              <a:rPr lang="en-US" dirty="0" smtClean="0"/>
              <a:t>Presented by : Preet rameshbhai dudhat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600101"/>
      </p:ext>
    </p:extLst>
  </p:cSld>
  <p:clrMapOvr>
    <a:masterClrMapping/>
  </p:clrMapOvr>
  <p:transition advTm="5000">
    <p:fade thruBlk="1"/>
    <p:sndAc>
      <p:stSnd>
        <p:snd r:embed="rId2" name="cashreg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H="1" flipV="1">
            <a:off x="-715993" y="3459193"/>
            <a:ext cx="33643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Your </a:t>
            </a:r>
            <a:r>
              <a:rPr lang="en-US" sz="1100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text</a:t>
            </a:r>
            <a:r>
              <a:rPr lang="en-US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here</a:t>
            </a:r>
            <a:endParaRPr lang="en-US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56" y="879743"/>
            <a:ext cx="96936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Introduction to data science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6543" y="2717321"/>
            <a:ext cx="9868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Data science = extracting hidden information from data using ML,statistics,and computing.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Widely adopted across all major industries.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Helps us in decision_making,automation, and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243671"/>
      </p:ext>
    </p:extLst>
  </p:cSld>
  <p:clrMapOvr>
    <a:masterClrMapping/>
  </p:clrMapOvr>
  <p:transition advTm="500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63970" y="1026543"/>
            <a:ext cx="5486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Healthcare industry</a:t>
            </a:r>
            <a:endParaRPr lang="en-US" sz="2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4181" y="2510287"/>
            <a:ext cx="96357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Disease prediction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Medical imaging(eg. Cancer detection)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Electronic health record analysis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Patient risk scoring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Example : predicting diabetes using patient &amp; vitals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749236"/>
      </p:ext>
    </p:extLst>
  </p:cSld>
  <p:clrMapOvr>
    <a:masterClrMapping/>
  </p:clrMapOvr>
  <p:transition advTm="5000">
    <p:randomBar dir="vert"/>
    <p:sndAc>
      <p:stSnd>
        <p:snd r:embed="rId2" name="laser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8264" y="612476"/>
            <a:ext cx="36144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Finance industry</a:t>
            </a:r>
            <a:endParaRPr lang="en-US" sz="48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endParaRPr lang="en-IN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698740" y="2838091"/>
            <a:ext cx="108175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Fraud detection using anomaly detection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Credit scoring using predictive models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Algorithmic trading using AI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Risk management using simulations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795749"/>
      </p:ext>
    </p:extLst>
  </p:cSld>
  <p:clrMapOvr>
    <a:masterClrMapping/>
  </p:clrMapOvr>
  <p:transition advTm="5000">
    <p:cover/>
    <p:sndAc>
      <p:stSnd>
        <p:snd r:embed="rId2" name="voltage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94626" y="526212"/>
            <a:ext cx="4839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Retail and commerce</a:t>
            </a:r>
            <a:endParaRPr lang="en-US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808" y="2053087"/>
            <a:ext cx="9282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Product recommendation engines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Inventory optimization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Sales forecasting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Price optimization using demand patterns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449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Tm="5000">
        <p14:reveal/>
        <p:sndAc>
          <p:stSnd>
            <p:snd r:embed="rId2" name="hammer.wav"/>
          </p:stSnd>
        </p:sndAc>
      </p:transition>
    </mc:Choice>
    <mc:Fallback>
      <p:transition spd="med" advTm="5000">
        <p:fade/>
        <p:sndAc>
          <p:stSnd>
            <p:snd r:embed="rId2" name="hamm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35132" y="582877"/>
            <a:ext cx="29129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</a:t>
            </a:r>
            <a:r>
              <a:rPr lang="en-US" sz="32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anufacturing</a:t>
            </a:r>
            <a:endParaRPr lang="en-US" sz="32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751" y="2096219"/>
            <a:ext cx="104120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Predictive maintenance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Quality control with computer vision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Supply chain optimization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Process automation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Demand forecasting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37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5000">
        <p:circle/>
        <p:sndAc>
          <p:stSnd>
            <p:snd r:embed="rId2" name="breeze.wav"/>
          </p:stSnd>
        </p:sndAc>
      </p:transition>
    </mc:Choice>
    <mc:Fallback>
      <p:transition spd="slow" advTm="5000">
        <p:circl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5721" y="2035682"/>
            <a:ext cx="8229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Student dropout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Adaptive learning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Chatbots for doubt-solving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Personlized learning paths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836630" y="810732"/>
            <a:ext cx="35525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</a:t>
            </a:r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ducation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44767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fallOver"/>
        <p:sndAc>
          <p:stSnd>
            <p:snd r:embed="rId2" name="whoosh.wav"/>
          </p:stSnd>
        </p:sndAc>
      </p:transition>
    </mc:Choice>
    <mc:Fallback>
      <p:transition spd="slow" advTm="5000">
        <p:fade/>
        <p:sndAc>
          <p:stSnd>
            <p:snd r:embed="rId2" name="whoosh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50234" y="129396"/>
            <a:ext cx="56761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conclusion</a:t>
            </a:r>
            <a:endParaRPr lang="en-US" sz="72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0664" y="1923691"/>
            <a:ext cx="9066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Data science transforms every major industry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Drives better decisions, efficiency, and innovation.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Real-time data use is becoming standard practice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083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Tm="5000">
        <p14:flythrough/>
        <p:sndAc>
          <p:stSnd>
            <p:snd r:embed="rId2" name="type.wav"/>
          </p:stSnd>
        </p:sndAc>
      </p:transition>
    </mc:Choice>
    <mc:Fallback>
      <p:transition advTm="5000">
        <p:fade/>
        <p:sndAc>
          <p:stSnd>
            <p:snd r:embed="rId2" name="typ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5.xml><?xml version="1.0" encoding="utf-8"?>
<a:theme xmlns:a="http://schemas.openxmlformats.org/drawingml/2006/main" name="2_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6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7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8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171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Arial</vt:lpstr>
      <vt:lpstr>Century Gothic</vt:lpstr>
      <vt:lpstr>Courier New</vt:lpstr>
      <vt:lpstr>Garamond</vt:lpstr>
      <vt:lpstr>Trebuchet MS</vt:lpstr>
      <vt:lpstr>Wingdings</vt:lpstr>
      <vt:lpstr>Wingdings 3</vt:lpstr>
      <vt:lpstr>Facet</vt:lpstr>
      <vt:lpstr>Organic</vt:lpstr>
      <vt:lpstr>Ion</vt:lpstr>
      <vt:lpstr>1_Ion Boardroom</vt:lpstr>
      <vt:lpstr>2_Ion Boardroom</vt:lpstr>
      <vt:lpstr>Berlin</vt:lpstr>
      <vt:lpstr>Slice</vt:lpstr>
      <vt:lpstr>1_Slice</vt:lpstr>
      <vt:lpstr>Title: applications of data science in various industries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applications of datascience in various industries</dc:title>
  <dc:creator>Microsoft account</dc:creator>
  <cp:lastModifiedBy>Microsoft account</cp:lastModifiedBy>
  <cp:revision>15</cp:revision>
  <dcterms:created xsi:type="dcterms:W3CDTF">2025-07-02T04:58:48Z</dcterms:created>
  <dcterms:modified xsi:type="dcterms:W3CDTF">2025-07-02T05:38:40Z</dcterms:modified>
</cp:coreProperties>
</file>